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entury Gothic" panose="020B0502020202020204" pitchFamily="34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Libre Baskerville" panose="02000000000000000000" pitchFamily="2" charset="0"/>
      <p:regular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3EEE30-4A7B-402E-9114-8625900ECE3A}" v="10" dt="2026-05-28T08:29:46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nd Babu" userId="a17ac24cb34d138d" providerId="LiveId" clId="{B63123B9-3C81-4541-9EB4-FFAB460EFC59}"/>
    <pc:docChg chg="undo custSel modSld modMainMaster">
      <pc:chgData name="Abhinand Babu" userId="a17ac24cb34d138d" providerId="LiveId" clId="{B63123B9-3C81-4541-9EB4-FFAB460EFC59}" dt="2026-05-28T08:34:34.381" v="51" actId="20577"/>
      <pc:docMkLst>
        <pc:docMk/>
      </pc:docMkLst>
      <pc:sldChg chg="modSp mod">
        <pc:chgData name="Abhinand Babu" userId="a17ac24cb34d138d" providerId="LiveId" clId="{B63123B9-3C81-4541-9EB4-FFAB460EFC59}" dt="2026-05-28T08:30:18.005" v="4" actId="207"/>
        <pc:sldMkLst>
          <pc:docMk/>
          <pc:sldMk cId="0" sldId="256"/>
        </pc:sldMkLst>
        <pc:spChg chg="mod">
          <ac:chgData name="Abhinand Babu" userId="a17ac24cb34d138d" providerId="LiveId" clId="{B63123B9-3C81-4541-9EB4-FFAB460EFC59}" dt="2026-05-28T08:30:12.481" v="3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0:18.005" v="4" actId="20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1:20.913" v="15" actId="207"/>
        <pc:sldMkLst>
          <pc:docMk/>
          <pc:sldMk cId="0" sldId="257"/>
        </pc:sldMkLst>
        <pc:spChg chg="mod">
          <ac:chgData name="Abhinand Babu" userId="a17ac24cb34d138d" providerId="LiveId" clId="{B63123B9-3C81-4541-9EB4-FFAB460EFC59}" dt="2026-05-28T08:30:27.504" v="5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0:31.327" v="6" actId="20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0:35.954" v="7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0:48.445" v="8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0:51.614" v="9" actId="20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01.576" v="10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06.611" v="11" actId="207"/>
          <ac:spMkLst>
            <pc:docMk/>
            <pc:sldMk cId="0" sldId="257"/>
            <ac:spMk id="9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11.722" v="13" actId="20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14.953" v="14" actId="20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20.913" v="15" actId="20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2:04.893" v="21" actId="207"/>
        <pc:sldMkLst>
          <pc:docMk/>
          <pc:sldMk cId="0" sldId="258"/>
        </pc:sldMkLst>
        <pc:spChg chg="mod">
          <ac:chgData name="Abhinand Babu" userId="a17ac24cb34d138d" providerId="LiveId" clId="{B63123B9-3C81-4541-9EB4-FFAB460EFC59}" dt="2026-05-28T08:31:27.578" v="16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45.423" v="17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50.402" v="18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1:55.932" v="19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2:00.921" v="20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2:04.893" v="21" actId="207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2:20.156" v="23" actId="207"/>
        <pc:sldMkLst>
          <pc:docMk/>
          <pc:sldMk cId="0" sldId="259"/>
        </pc:sldMkLst>
        <pc:spChg chg="mod">
          <ac:chgData name="Abhinand Babu" userId="a17ac24cb34d138d" providerId="LiveId" clId="{B63123B9-3C81-4541-9EB4-FFAB460EFC59}" dt="2026-05-28T08:32:20.156" v="2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2:17.186" v="22" actId="207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2:33.376" v="24" actId="207"/>
        <pc:sldMkLst>
          <pc:docMk/>
          <pc:sldMk cId="0" sldId="260"/>
        </pc:sldMkLst>
        <pc:spChg chg="mod">
          <ac:chgData name="Abhinand Babu" userId="a17ac24cb34d138d" providerId="LiveId" clId="{B63123B9-3C81-4541-9EB4-FFAB460EFC59}" dt="2026-05-28T08:32:33.376" v="24" actId="20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3:07.312" v="28" actId="207"/>
        <pc:sldMkLst>
          <pc:docMk/>
          <pc:sldMk cId="0" sldId="262"/>
        </pc:sldMkLst>
        <pc:spChg chg="mod">
          <ac:chgData name="Abhinand Babu" userId="a17ac24cb34d138d" providerId="LiveId" clId="{B63123B9-3C81-4541-9EB4-FFAB460EFC59}" dt="2026-05-28T08:32:57.941" v="26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02.999" v="27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07.312" v="28" actId="207"/>
          <ac:spMkLst>
            <pc:docMk/>
            <pc:sldMk cId="0" sldId="262"/>
            <ac:spMk id="8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4:34.381" v="51" actId="20577"/>
        <pc:sldMkLst>
          <pc:docMk/>
          <pc:sldMk cId="0" sldId="263"/>
        </pc:sldMkLst>
        <pc:spChg chg="mod">
          <ac:chgData name="Abhinand Babu" userId="a17ac24cb34d138d" providerId="LiveId" clId="{B63123B9-3C81-4541-9EB4-FFAB460EFC59}" dt="2026-05-28T08:32:52.069" v="25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42.778" v="33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4:34.381" v="51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46.233" v="34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4:20.200" v="44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49.269" v="35" actId="20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4:24.745" v="45" actId="207"/>
          <ac:spMkLst>
            <pc:docMk/>
            <pc:sldMk cId="0" sldId="263"/>
            <ac:spMk id="14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33:33.078" v="32" actId="207"/>
        <pc:sldMkLst>
          <pc:docMk/>
          <pc:sldMk cId="0" sldId="264"/>
        </pc:sldMkLst>
        <pc:spChg chg="mod">
          <ac:chgData name="Abhinand Babu" userId="a17ac24cb34d138d" providerId="LiveId" clId="{B63123B9-3C81-4541-9EB4-FFAB460EFC59}" dt="2026-05-28T08:33:20.586" v="29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24.197" v="30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27.403" v="31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bhinand Babu" userId="a17ac24cb34d138d" providerId="LiveId" clId="{B63123B9-3C81-4541-9EB4-FFAB460EFC59}" dt="2026-05-28T08:33:33.078" v="32" actId="207"/>
          <ac:spMkLst>
            <pc:docMk/>
            <pc:sldMk cId="0" sldId="264"/>
            <ac:spMk id="15" creationId="{00000000-0000-0000-0000-000000000000}"/>
          </ac:spMkLst>
        </pc:spChg>
      </pc:sldChg>
      <pc:sldChg chg="modSp mod">
        <pc:chgData name="Abhinand Babu" userId="a17ac24cb34d138d" providerId="LiveId" clId="{B63123B9-3C81-4541-9EB4-FFAB460EFC59}" dt="2026-05-28T08:28:44.640" v="1" actId="207"/>
        <pc:sldMkLst>
          <pc:docMk/>
          <pc:sldMk cId="0" sldId="265"/>
        </pc:sldMkLst>
        <pc:spChg chg="mod">
          <ac:chgData name="Abhinand Babu" userId="a17ac24cb34d138d" providerId="LiveId" clId="{B63123B9-3C81-4541-9EB4-FFAB460EFC59}" dt="2026-05-28T08:28:44.640" v="1" actId="207"/>
          <ac:spMkLst>
            <pc:docMk/>
            <pc:sldMk cId="0" sldId="265"/>
            <ac:spMk id="4" creationId="{00000000-0000-0000-0000-000000000000}"/>
          </ac:spMkLst>
        </pc:spChg>
      </pc:sldChg>
      <pc:sldMasterChg chg="modSldLayout">
        <pc:chgData name="Abhinand Babu" userId="a17ac24cb34d138d" providerId="LiveId" clId="{B63123B9-3C81-4541-9EB4-FFAB460EFC59}" dt="2026-05-28T08:29:01.621" v="2"/>
        <pc:sldMasterMkLst>
          <pc:docMk/>
          <pc:sldMasterMk cId="943308322" sldId="2147483660"/>
        </pc:sldMasterMkLst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3051982220" sldId="2147483672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3051982220" sldId="2147483672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051982220" sldId="2147483672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051982220" sldId="2147483672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892902707" sldId="2147483673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892902707" sldId="2147483673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892902707" sldId="2147483673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892902707" sldId="2147483673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1234618605" sldId="2147483674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1234618605" sldId="2147483674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1234618605" sldId="2147483674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1234618605" sldId="2147483674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2681881004" sldId="2147483675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2681881004" sldId="2147483675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2681881004" sldId="2147483675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2681881004" sldId="2147483675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3341746731" sldId="2147483676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3341746731" sldId="2147483676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341746731" sldId="2147483676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341746731" sldId="2147483676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2500540805" sldId="2147483677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2500540805" sldId="2147483677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2500540805" sldId="2147483677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2500540805" sldId="2147483677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3157463912" sldId="2147483678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3157463912" sldId="2147483678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157463912" sldId="2147483678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157463912" sldId="2147483678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248208783" sldId="2147483679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248208783" sldId="2147483679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248208783" sldId="2147483679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248208783" sldId="2147483679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723588667" sldId="2147483680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723588667" sldId="2147483680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723588667" sldId="2147483680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723588667" sldId="2147483680"/>
              <ac:picMk id="4" creationId="{00000000-0000-0000-0000-000000000000}"/>
            </ac:picMkLst>
          </pc:picChg>
        </pc:sldLayoutChg>
        <pc:sldLayoutChg chg="delSp">
          <pc:chgData name="Abhinand Babu" userId="a17ac24cb34d138d" providerId="LiveId" clId="{B63123B9-3C81-4541-9EB4-FFAB460EFC59}" dt="2026-05-28T08:29:01.621" v="2"/>
          <pc:sldLayoutMkLst>
            <pc:docMk/>
            <pc:sldMasterMk cId="943308322" sldId="2147483660"/>
            <pc:sldLayoutMk cId="3353308721" sldId="2147483681"/>
          </pc:sldLayoutMkLst>
          <pc:spChg chg="del">
            <ac:chgData name="Abhinand Babu" userId="a17ac24cb34d138d" providerId="LiveId" clId="{B63123B9-3C81-4541-9EB4-FFAB460EFC59}" dt="2026-05-28T08:29:01.621" v="2"/>
            <ac:spMkLst>
              <pc:docMk/>
              <pc:sldMasterMk cId="943308322" sldId="2147483660"/>
              <pc:sldLayoutMk cId="3353308721" sldId="2147483681"/>
              <ac:spMk id="3" creationId="{00000000-0000-0000-0000-000000000000}"/>
            </ac:spMkLst>
          </pc:sp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353308721" sldId="2147483681"/>
              <ac:picMk id="2" creationId="{00000000-0000-0000-0000-000000000000}"/>
            </ac:picMkLst>
          </pc:picChg>
          <pc:picChg chg="del">
            <ac:chgData name="Abhinand Babu" userId="a17ac24cb34d138d" providerId="LiveId" clId="{B63123B9-3C81-4541-9EB4-FFAB460EFC59}" dt="2026-05-28T08:29:01.621" v="2"/>
            <ac:picMkLst>
              <pc:docMk/>
              <pc:sldMasterMk cId="943308322" sldId="2147483660"/>
              <pc:sldLayoutMk cId="3353308721" sldId="2147483681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852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3297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1408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8150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127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726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3708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8646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56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66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95650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5035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357894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23217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5539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2809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39596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16915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5752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349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6645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0718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1003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172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26326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8484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1345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842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603A0-2FE4-49DC-B756-256EBAB16787}" type="datetimeFigureOut">
              <a:rPr lang="en-IN" smtClean="0"/>
              <a:t>28-05-2026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8FBD8-6812-4C42-8EDB-37A514CAD1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336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  <p:sldLayoutId id="2147483865" r:id="rId13"/>
    <p:sldLayoutId id="2147483866" r:id="rId14"/>
    <p:sldLayoutId id="2147483867" r:id="rId15"/>
    <p:sldLayoutId id="2147483868" r:id="rId16"/>
    <p:sldLayoutId id="2147483869" r:id="rId17"/>
    <p:sldLayoutId id="2147483870" r:id="rId18"/>
    <p:sldLayoutId id="2147483871" r:id="rId19"/>
    <p:sldLayoutId id="2147483872" r:id="rId20"/>
    <p:sldLayoutId id="2147483873" r:id="rId21"/>
    <p:sldLayoutId id="2147483874" r:id="rId22"/>
    <p:sldLayoutId id="2147483875" r:id="rId23"/>
    <p:sldLayoutId id="2147483876" r:id="rId24"/>
    <p:sldLayoutId id="2147483877" r:id="rId25"/>
    <p:sldLayoutId id="2147483878" r:id="rId26"/>
    <p:sldLayoutId id="2147483879" r:id="rId27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Subscriber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6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Libre Baskerville Light</vt:lpstr>
      <vt:lpstr>DM Sans</vt:lpstr>
      <vt:lpstr>Libre Baskerville</vt:lpstr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Abhinand Babu</cp:lastModifiedBy>
  <cp:revision>1</cp:revision>
  <dcterms:created xsi:type="dcterms:W3CDTF">2025-10-14T02:52:14Z</dcterms:created>
  <dcterms:modified xsi:type="dcterms:W3CDTF">2026-05-28T08:34:36Z</dcterms:modified>
</cp:coreProperties>
</file>